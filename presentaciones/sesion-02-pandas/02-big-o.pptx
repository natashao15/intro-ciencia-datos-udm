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 la energía después del descanso. No hace falta anunciar “vamos a ver Big O” de entrada — abre con la pregunta, suena más a curiosidad que a clase de algoritmos.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 que la pregunta quede en el aire un momento antes de seguir — es el gancho de todo el bloque.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énfasis es en “cuánto crece”, no en el tiempo exacto en segundos — eso prepara la idea de Big 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escribas todavía “O(n)” en el tablero — primero la intuición, la notación viene en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Señala especialmente la barra de O(n²) — se dispara mucho más que las otras dos, esa es la imagen que se tienen que llevar. No hace falta derivar fórmulas ni memorizar — con que reconozcan la forma de la curva ya cumplió el objetivo.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hace falta explicar el hashing por dentro — con que quede la intuición “el diccionario no tiene que revisar todo” alcanza. Por eso conviene usar diccionario o set para preguntas de tipo “¿está esto aquí?”.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matiz evita que se lleven una idea incompleta: Big O no es la única variable de rendimiento que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con su futuro profesional: es la razón práctica por la que la industria prefiere Pandas/NumPy sobre loops manuales.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directa al segundo tramo de “a la acción” (limpieza de texto y outliers).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DEL DESCANSO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Pandas es tan </a:t>
            </a:r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</a:t>
            </a:r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pausa teórica corta antes de volver a limpiar los datos de Airbnb.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Rendimiento y Big 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🐢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VIVIERON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formas de pedir lo mismo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2651760"/>
          </a:xfrm>
          <a:prstGeom prst="roundRect">
            <a:avLst>
              <a:gd name="adj" fmla="val 3448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91440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B7BE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puro (Sesión 1) — un for, fila por fila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productos_limpios = []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producto in productos_sucios: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productos_limpios.append(producto.strip().title())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B7BE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Pandas — vectorizado, de una sola vez (hoy)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df['name'] = df['name'].str.strip().str.title()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2120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resultado. ¿Importa cómo se lo pedimos?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Rendimiento y Big 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PALABRA NUEVA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“rendimiento” de un código?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solo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funcione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los dos códigos anteriores funcionan igual de bien.</a:t>
            </a:r>
            <a:endParaRPr lang="en-US" sz="1900" dirty="0"/>
          </a:p>
          <a:p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tarda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 sobre todo,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crece esa tardanza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cuando los datos crecen.</a:t>
            </a:r>
            <a:endParaRPr lang="en-US" sz="1900" dirty="0"/>
          </a:p>
          <a:p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filas o 48,895 filas (como el dataset de Airbnb) no son el mismo problema.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Rendimiento y Big 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🔠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CENTRAL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Big O (O grande)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097280"/>
          </a:xfrm>
          <a:prstGeom prst="roundRect">
            <a:avLst>
              <a:gd name="adj" fmla="val 833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9052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número exacto de segundos — es una forma de describir qué tan rápido crece el tiempo cuando crecen los datos.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9692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Piensen en buscar un nombre: en una lista desordenada de 1,000 personas quizás haya que revisarlas todas; en una agenda ordenada alfabéticamente, lo encuentran casi de inmediato. Mismo problema, formas muy distintas de crecer.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Rendimiento y Big 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CASOS MÁS COMUNES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de rápido crecen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4411066"/>
            <a:ext cx="3261360" cy="252374"/>
          </a:xfrm>
          <a:prstGeom prst="roundRect">
            <a:avLst>
              <a:gd name="adj" fmla="val 21739"/>
            </a:avLst>
          </a:prstGeom>
          <a:solidFill>
            <a:srgbClr val="F2A9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736592"/>
            <a:ext cx="353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5029200"/>
            <a:ext cx="353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 · ej. df.shape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50080" y="3717036"/>
            <a:ext cx="3261360" cy="946404"/>
          </a:xfrm>
          <a:prstGeom prst="roundRect">
            <a:avLst>
              <a:gd name="adj" fmla="val 5797"/>
            </a:avLst>
          </a:prstGeom>
          <a:solidFill>
            <a:srgbClr val="F2A9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12920" y="4736592"/>
            <a:ext cx="353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12920" y="5029200"/>
            <a:ext cx="353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 · recorrer cada fila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60080" y="2560320"/>
            <a:ext cx="3261360" cy="2103120"/>
          </a:xfrm>
          <a:prstGeom prst="roundRect">
            <a:avLst>
              <a:gd name="adj" fmla="val 2609"/>
            </a:avLst>
          </a:prstGeom>
          <a:solidFill>
            <a:srgbClr val="F2A9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22920" y="4736592"/>
            <a:ext cx="353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122920" y="5029200"/>
            <a:ext cx="353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cuadrático · comparar todas contra todas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Rendimiento y Big 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🗂️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CON LO QUE YA SABEN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en una lista vs. en un diccionario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"Ana" in lista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718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en el peor caso, revisa el millón completo.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2860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"Ana" in diccionario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9718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en promedio — va directo a la llave, gracias al hashing.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Rendimiento y Big 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UNIENDO LAS PIEZAS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Pandas le ganó al for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Python puro y el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Pandas hacen, técnicamente, el mismo trabajo: O(n), una pasada por fila.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está en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pesado es cada paso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for revisa con el intérprete de Python (lento); Pandas/NumPy lo hacen en código C ya compilado (mucho más rápido).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 describe cómo CRECE el tiempo, no cuánto pesa cada paso — por eso dos códigos O(n) pueden tardar tiempos muy distintos en la práctica.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Rendimiento y Big 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LES DEBERÍA IMPORTAR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son 48,895 filas. Mañana pueden ser millones.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datasets pequeños, casi cualquier código “funciona rápido”.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un for mal escrito y un método vectorizado deja de ser cosmética cuando el dataset crece de verdad.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análisis que tarda 2 segundos vectorizado puede tardar minutos —o más— con un for fila por fila sobre millones de registros.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Rendimiento y Big 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🧼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PRÁCTICA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Volvamos a limpiar Airbnb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8961120" cy="914400"/>
          </a:xfrm>
          <a:prstGeom prst="roundRect">
            <a:avLst>
              <a:gd name="adj" fmla="val 10000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esto en la cabeza, sigamos limpiando — ahora prestando atención a que lo hagamos de forma eficiente.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747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al segundo notebook: outliers, valores nulos, y texto sucio en el dataset de Airbnb.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Rendimiento y Big 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2026-09-11T11:42:24Z</dcterms:created>
  <dcterms:modified xsi:type="dcterms:W3CDTF">2026-09-11T11:42:24Z</dcterms:modified>
</cp:coreProperties>
</file>