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desde el deck de Big O: «ya saben por qué Pandas es rápido — ahora, exactamente qué van a teclear para usarlo».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Recuerda que ya descargaron el CSV antes de la sesión — si alguien no lo tiene, dale el link de Kaggle otra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cuatro son literalmente lo primero que se hace con cualquier dataset nuevo — vale la pena que se vuelvan reflejo.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distinción (nulo = error vs. nulo = información real) es la que van a necesitar en el notebook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 a ver la misma señal de alarma (media muy distinta de la mediana) que ya vieron con salarios y TiendaExpress. No reveles todavía qué es raro.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percentil 100% está muchísimo más lejos que el 50%, esa es la señal de valores atípicos.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momento “ajá” de conexión directa con sesión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siempre 0 es la respuesta correcta — depende de qué significa el nulo en esa columna en particular.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la pena escribirlo en el tablero remarcando el paralelismo con el patrón for+if de la sesión pasada.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para el profesor: este paso todavía no está en los notebooks de Airbnb de hoy — si hay tiempo, vale la pena correrlo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marcable, solo para que cada quien vea cuánto ya reconoce antes de abrir el notebook — no se guarda ni se evalúa.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directa al notebook 1 (carga y primeros pasos).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ABRIR EL NOTEBOOK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métodos que vamos a usar hoy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mapa rápido de los comandos exactos que van a escribir en los dos notebooks de hoy — para que nada se sienta nuevo.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CARGAR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737360"/>
          </a:xfrm>
          <a:prstGeom prst="roundRect">
            <a:avLst>
              <a:gd name="adj" fmla="val 5263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pd.read_csv('raw/AB_NYC_2019.csv')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9768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exactamente el dataset que van a usar hoy: Airbnb NYC 2019, 48.895 anuncios.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CONOCER LOS DATOS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comandos que van a usar constantemente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.shape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1635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filas y columnas tiene.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2860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24323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.info()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81635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dato de cada columna y cuántos valores no nulos tiene.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4323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.dtypes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1635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tipos de dato, en una tabla más corta.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22860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24323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.describe()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81635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Estadísticos rápidos — los mismos que calcularon a mano en sesión 1.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🕳️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VALORES FALTANTES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.isna().sum()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920240"/>
          </a:xfrm>
          <a:prstGeom prst="roundRect">
            <a:avLst>
              <a:gd name="adj" fmla="val 4762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reviews_per_month   10052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last_review         10052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                   16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host_name              21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48056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faltante no siempre significa error — un anuncio sin reseñas no tiene last_review porque nunca lo han reseñado.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YA LO SABEN DE SESIÓN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medidas, ahora en una línea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828800"/>
          </a:xfrm>
          <a:prstGeom prst="roundRect">
            <a:avLst>
              <a:gd name="adj" fmla="val 5000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df['price'].mean()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df['price'].median()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df['price'].mode()[0]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df['price'].std()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8912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sesión 1 lo hicieron sobre 8 o 30 datos. Hoy lo hacen sobre 48.895.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DETECTAR ATÍPICOS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.quantile()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914400"/>
          </a:xfrm>
          <a:prstGeom prst="roundRect">
            <a:avLst>
              <a:gd name="adj" fmla="val 10000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df['price'].quantile([0.01, 0.25, 0.5, 0.75, 0.99, 1.0])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9692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 encontrar anuncios en $0 (error de carga, no un Airbnb gratis) y anuncios por encima de $1000.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· LIMPIEZA DE TEXTO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accesor 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280160"/>
          </a:xfrm>
          <a:prstGeom prst="roundRect">
            <a:avLst>
              <a:gd name="adj" fmla="val 7143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 = df['name'].str.strip().str.title()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df['host_name'] = df['host_name'].str.strip().str.title()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40480"/>
            <a:ext cx="9692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método, misma lógica — la única diferencia es el .str al frente, que aplica esto a cada valor de la columna.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· RELLENAR NULOS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.fillna()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914400"/>
          </a:xfrm>
          <a:prstGeom prst="roundRect">
            <a:avLst>
              <a:gd name="adj" fmla="val 10000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df['reviews_per_month'] = df['reviews_per_month'].fillna(0)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9692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reseñas = 0 reseñas por mes. Eliminar borraría miles de anuncios válidos solo por no tener reseñas.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8 · FILTRAR ATÍPICOS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Quedarse solo con lo razonable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645920"/>
          </a:xfrm>
          <a:prstGeom prst="roundRect">
            <a:avLst>
              <a:gd name="adj" fmla="val 5556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= df['price'].quantile(0.01)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p99 = df['price'].quantile(0.99)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df_limpio = df[(df['price'] &gt;= p1) &amp; (df['price'] &lt;= p99)]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0624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mismo que hicieron con for + if en sesión 1 — solo que ahora Pandas lo hace sobre toda la columna en una línea.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MÉTODO MÁS QUE VAN A NECESITAR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.duplicated()</a:t>
            </a:r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.drop_duplicates()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280160"/>
          </a:xfrm>
          <a:prstGeom prst="roundRect">
            <a:avLst>
              <a:gd name="adj" fmla="val 7143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    # cuántas filas están repetidas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  # se queda con una sola copia de cada una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40480"/>
            <a:ext cx="9692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duplicado no es que el valor esté mal — es que la misma fila está contada más de una vez.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RÁPIDO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los que ya reconoces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Cargar: read_csv()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Explorar: .shape · .info() · .dtypes · .describe()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Nulos: .isna().sum() · .fillna()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Estadísticas: .mean() · .median() · .mode() · .std()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Atípicos: .quantile() · filtrado con máscara booleana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Texto: .str.strip() · .str.title()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Duplicados: .duplicated() · .drop_duplicates()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 notebook — todo esto, aplicado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8961120" cy="914400"/>
          </a:xfrm>
          <a:prstGeom prst="roundRect">
            <a:avLst>
              <a:gd name="adj" fmla="val 10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método que acaban de ver aparece, en el mismo orden, en los dos notebooks de práctica de hoy.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cargar y explorar, después limpiar.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Métodos de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2026-09-11T11:43:02Z</dcterms:created>
  <dcterms:modified xsi:type="dcterms:W3CDTF">2026-09-11T11:43:02Z</dcterms:modified>
</cp:coreProperties>
</file>