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 la expectativa: esto no es teoría abstracta, es exactamente el vocabulario que van a necesitar en el notebook de ejercicios que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nombra las cuatro piezas, sin profundizar todavía — es el índice mental de toda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type(...) es la herramienta que van a usar constantemente para “preguntarle” a Python qué tiene guardado. Python tiene ~35 palabras reservadas — el editor las resalta de otro color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puente conceptual antes de indexar — si esto queda claro, la siguiente diapositiva (indexación y slicing) se siente obvia, no arbitraria.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conecta directo con lo que van a ver en los notebooks de nivel medio/difícil: valores faltantes y columnas “sucias” que llegan como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slicing [inicio:fin] reaparece idéntico en listas — vale la pena remarcar el paralelismo.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conexión más importante de la diapositiva con la siguiente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exactamente el bloque que abre el Ejercicio 3 de los tres notebooks — len, sum, max, min son las cuatro funciones que más van a repetir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nivel medio de los notebooks (recorrer, filtrar y contar) es exactamente este patrón, un poco más largo. En clases futuras veremos por qué este patrón, con miles de datos, puede ser lento — y cómo Pandas/NumPy lo resuelven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f-string suele generar dudas la primera vez — vale la pena escribirlo en vivo y mostrar qué pasa si se te olvida la f al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puente hacia la próxima sesión — no hace falta profundizar en Pandas hoy, solo plantar la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 que “fácil” no es “quedarse corto” — es el punto de partida recomendado. Indica tú, como profesor, qué nivel van a hacer todos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Promedios, filtros, limpieza de texto — sobre tablas completas de datos, en la próxima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LAS PIEZAS DE TODO PROGRAMA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en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strings, listas y diccionarios — con el mismo ejemplo que vas a usar hoy: las notas de un grupo de estudiantes.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HOY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piezas, un solo ejemplo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Variables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para guardar un dato.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Strings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816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Texto: indexar, recortar, limpiar.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Listas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816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valores, en orden.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06840" y="22860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5440" y="243230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Diccionarios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81635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por nombre, no posición.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1 · VARIABLES PRIMITIVAS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nombre para guardar un dato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descubre el tipo solo: int (enteros), float (decimales), str (texto), bool (verdadero/falso).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9692640" cy="1920240"/>
          </a:xfrm>
          <a:prstGeom prst="roundRect">
            <a:avLst>
              <a:gd name="adj" fmla="val 476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91440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nombre_estudiante = "Ana"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4.5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aprobado = True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print(type(nombre_estudiante))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'str'&gt;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1206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bien: snake_case como nota_estudiante. Inválidos: empezar con número, o usar palabras reservadas (class, for, if).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INDEXAR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string no es “un string” — es un array de caracteres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97280"/>
          </a:xfrm>
          <a:prstGeom prst="roundRect">
            <a:avLst>
              <a:gd name="adj" fmla="val 833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guarda cada string como una secuencia ordenada de caracteres, cada uno con su propia posición — empezando en 0, no en 1.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nombre[0] te da la primera letra — es exactamente el mismo mecanismo que van a usar con listas en un momento.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MUY COMÚN CON DATOS REALES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Casting: convertir entre tipos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reales casi nunca llegan en el tipo que necesitas. Para convertir: int(...), float(...), str(...).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9692640" cy="1188720"/>
          </a:xfrm>
          <a:prstGeom prst="roundRect">
            <a:avLst>
              <a:gd name="adj" fmla="val 7692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nota_texto = "4.5"        # llegó como string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nota_numero = float(nota_texto)  # ya se puede sumar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es, casi siempre, el primer error que vas a depurar trabajando con datos reales.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2 · STRINGS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Indexar y recortar texto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string se puede “recorrer” por posición (indexación) y “recortar” (slicing) — igual que una lista.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9692640" cy="1645920"/>
          </a:xfrm>
          <a:prstGeom prst="roundRect">
            <a:avLst>
              <a:gd name="adj" fmla="val 5556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91440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 = "Ana Gomez"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nombre[0]      # 'A'   -&gt; primera letra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nombre[0:3]    # 'Ana' -&gt; primeras 3 letras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nombre[-1]     # 'z'   -&gt; última letra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2 · STRINGS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para limpiar texto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método es una función que “pertenece” a un dato: dato.metodo(). .strip() quita espacios · .upper()/.lower() cambian mayúsculas · .title() pone Mayúscula Inicial · .replace(a,b) reemplaza.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9692640" cy="1371600"/>
          </a:xfrm>
          <a:prstGeom prst="roundRect">
            <a:avLst>
              <a:gd name="adj" fmla="val 6667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401568"/>
            <a:ext cx="91440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sucio = "  ana gomez  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 = sucio.strip().title()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limpio -&gt; "Ana Gomez"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463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son, literalmente, los mismos métodos que vas a usar la próxima sesión con .str en Pandas — sobre una columna entera.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3 · LISTAS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valores, en orden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 guarda varios valores en orden, entre corchetes [ ].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9692640" cy="2011680"/>
          </a:xfrm>
          <a:prstGeom prst="roundRect">
            <a:avLst>
              <a:gd name="adj" fmla="val 4545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914400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[3.5, 4.0, 2.8, 5.0, 4.2]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len(notas)               # 5  -&gt; cuántos elementos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sum(notas)               # 19.5 -&gt; suma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sum(notas) / len(notas)  # 3.9 -&gt; promedio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max(notas), min(notas)   # 5.0, 2.8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3 · LISTAS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Recorrer y filtrar con for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revisar cada elemento uno por uno usamos un for. Combinado con un if, podemos filtrar o contar.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9692640" cy="2103120"/>
          </a:xfrm>
          <a:prstGeom prst="roundRect">
            <a:avLst>
              <a:gd name="adj" fmla="val 4348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27248"/>
            <a:ext cx="914400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 = [3.5, 4.0, 2.8, 5.0, 4.2]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aprobados = 0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nota in notas: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nota &gt;= 3.0: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aprobados += 1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print(aprobados)  # 4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4 · DICCIONARIOS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por nombre, no por posición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diccionario guarda datos con una “etiqueta” (llave) para cada valor, entre llaves { }.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9692640" cy="1828800"/>
          </a:xfrm>
          <a:prstGeom prst="roundRect">
            <a:avLst>
              <a:gd name="adj" fmla="val 5000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91440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 = {"nombre": "Ana", "nota": 4.5}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estudiante["nombre"]   # "Ana"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f-string: arma un mensaje con variables adentro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= f"{estudiante['nombre']} tiene nota {estudiante['nota']}"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UNIENDO TODO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lista… de diccionarios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puede guardar dentro de una lista? Lo que sea — incluyendo diccionarios.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9692640" cy="2194560"/>
          </a:xfrm>
          <a:prstGeom prst="roundRect">
            <a:avLst>
              <a:gd name="adj" fmla="val 4167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035808"/>
            <a:ext cx="914400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= [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{"nombre": "Ana", "nota": 4.5},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{"nombre": "Luis", "nota": 2.7},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estudiante in grupo: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estado = "Aprobado" if estudiante["nota"] &gt;= 3.0 else "No aprobado"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03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de un DataFrame de Pandas es, por dentro, básicamente esto: un diccionario dentro de una lista.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A PRACTICAR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— sin examen de por medio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Fácil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nunca has programado, o programar todavía te pone nervioso/a. Puedes repetirlo las veces que quieras.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Medio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816352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Casting, limpieza de strings, filtrar y contar en listas, un mini “group by” a mano.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828800"/>
          </a:xfrm>
          <a:prstGeom prst="roundRect">
            <a:avLst>
              <a:gd name="adj" fmla="val 5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Difícil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816352"/>
            <a:ext cx="298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faltantes, texto compuesto, listas de diccionarios anidados, un reporte agregado.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tus notebooks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corre sin errores, ya tienes las bases para la próxima sesión: cómo Pandas hace automáticamente muchas de estas cosas.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directa a abrir el notebook de práctica correspondiente (fácil/medio/difícil).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Estructuras de Datos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2026-09-11T11:41:40Z</dcterms:created>
  <dcterms:modified xsi:type="dcterms:W3CDTF">2026-09-11T11:41:40Z</dcterms:modified>
</cp:coreProperties>
</file>