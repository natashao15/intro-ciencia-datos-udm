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desde ambientes/uv: «ya vimos cómo instalar dependencias — ahora, dónde vamos a escribir el código».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cotidiano: el notebook es como un cuaderno de laboratorio, no como una receta que se ejecuta toda de una — vas probando, viendo resultados, ajustando.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mismo formato es el que van a ver en cada notebook del curso — código y explicación, uno al lado del otro.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«No importa cuál usen hoy — lo que aprendan en una sirve igual en la otra, es la misma idea de celdas.»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Muéstralo en vivo si es posible — es literalmente así de rápido, sin instalar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Shift+Enter ejecuta y avanza a la siguiente celda — es el atajo que van a usar todo el curso, en Colab y en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 con la presentación de motivación: «la terminal no muerde» — este ! es la terminal, escondida dentro de una celda.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Así vamos a trabajar en clase: mismo notebook, mismas celdas, mismo motor de Jupyter — solo que dentro del editor en vez de en el navegador.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es corto a propósito — el punto es tranquilizar: no hay nada nuevo que aprender aquí.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gran diferencia práctica con Colab — vale la pena remarcarla.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hay una respuesta “correcta” — muchos científicos de datos usan ambos según el día.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hace falta memorizar nada de esto hoy — con usarlo una vez, ya les queda. Transición directa al bloque de verificación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📓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· ANTES DE PROGRAMAR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Notebooks: en la nube o en tu máquina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caminos distintos, el mismo destino: escribir y ejecutar código explorando datos.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Jupyter Notebooks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FORMATO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notebook?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4323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📓 Notebook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16352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celda por celda, ves resultados al instante. Ideal cuando estás entendiendo datos por primera vez.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22860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24323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Script tradicional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816352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todo de una sola vez, de arriba a abajo. Ideal cuando ya sabes exactamente qué hacer.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Jupyter Notebooks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🧩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DENTRO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tipos de celda: código y texto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Celdas de código: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Python real — se ejecutan y muestran su resultado (una tabla, un número, un gráfico) justo debajo.</a:t>
            </a:r>
            <a:endParaRPr lang="en-US" sz="1900" dirty="0"/>
          </a:p>
          <a:p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Celdas de texto (Markdown):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explicaciones, títulos, notas — para que el notebook cuente una historia, no solo ejecute código.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Jupyter Notebooks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🛤️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FORMAS DE USARLO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caminos, mismo destino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303520" cy="1554480"/>
          </a:xfrm>
          <a:prstGeom prst="roundRect">
            <a:avLst>
              <a:gd name="adj" fmla="val 5882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4323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Google Colab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1635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nube, de Google. No instala nada en tu computador.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2286000"/>
            <a:ext cx="5303520" cy="1554480"/>
          </a:xfrm>
          <a:prstGeom prst="roundRect">
            <a:avLst>
              <a:gd name="adj" fmla="val 5882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24323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Jupyter local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81635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propia máquina, con el ambiente que ya configuramos con uv.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Jupyter Notebooks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· PASO 1 DE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y crear un notebook nuevo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a 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colab.research.google.com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endParaRPr lang="en-US" sz="1900" dirty="0"/>
          </a:p>
          <a:p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sesión con una cuenta de Google (la misma de Gmail sirve)</a:t>
            </a:r>
            <a:endParaRPr lang="en-US" sz="1900" dirty="0"/>
          </a:p>
          <a:p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“Nuevo notebook” — listo, ya tienes un notebook corriendo en la nube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Jupyter Notebooks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▶️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· PASO 2 DE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y ejecutar una celda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código Python en la primera celda y presiona **Shift + Enter** — o el botón ▶ a la izquierda.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9692640" cy="1920240"/>
          </a:xfrm>
          <a:prstGeom prst="roundRect">
            <a:avLst>
              <a:gd name="adj" fmla="val 4762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218688"/>
            <a:ext cx="91440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 ]: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print("Hola, ciencia de datos")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Hola, ciencia de datos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2120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aparece justo debajo, sin salir del notebook.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Jupyter Notebooks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📥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· PASO 3 DE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¿Falta una librería?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822960"/>
          </a:xfrm>
          <a:prstGeom prst="roundRect">
            <a:avLst>
              <a:gd name="adj" fmla="val 11111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!pip install nombre-paquete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83280"/>
            <a:ext cx="9692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signo ! le dice a la celda “esto no es Python, es un comando de terminal”. Ojo: esto solo dura mientras esa sesión de Colab esté abierta.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Jupyter Notebooks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· PASO 1 DE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tu notebook en VS Code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822960"/>
          </a:xfrm>
          <a:prstGeom prst="roundRect">
            <a:avLst>
              <a:gd name="adj" fmla="val 11111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83280"/>
            <a:ext cx="9692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cualquier .ipynb y VS Code lo reconoce automáticamente como notebook, con el ambiente exacto que configuramos con uv. Solo falta seleccionar el kernel correcto.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Jupyter Notebooks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🔁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· PASO 2 DE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mismas celdas, la misma lógica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ya practicaste en uno, ya sabes usar el otro.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34640"/>
            <a:ext cx="9692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+ Enter para ejecutar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Celdas de código y de texto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debajo — exactamente como en Colab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Jupyter Notebooks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· PASO 3 DE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¿Falta una librería?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822960"/>
          </a:xfrm>
          <a:prstGeom prst="roundRect">
            <a:avLst>
              <a:gd name="adj" fmla="val 11111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add nombre-paquete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83280"/>
            <a:ext cx="9692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Colab, esto no se pierde: queda guardado en el pyproject.toml y el uv.lock del proyecto, para siempre.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Jupyter Notebooks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GANADOR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uso? — Comparación honesta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257800" cy="2377440"/>
          </a:xfrm>
          <a:prstGeom prst="roundRect">
            <a:avLst>
              <a:gd name="adj" fmla="val 3846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7180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instalas nada, funciona en cualquier computador — pero necesita internet y pierde archivos temporales al cerrar la sesión.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286000"/>
            <a:ext cx="5257800" cy="2377440"/>
          </a:xfrm>
          <a:prstGeom prst="roundRect">
            <a:avLst>
              <a:gd name="adj" fmla="val 3846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97180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sin internet, control total y persistente — pero requiere tener el ambiente bien configurado (lo que ya hicimos).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Jupyter Notebooks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SÍ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Verifiquemos que el ambiente de cada uno esté funcionando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 de cada uno: abran su notebook (Colab o local) y ejecuten su primera celda.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26080"/>
            <a:ext cx="9692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2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Abrí mi notebook (Colab o local)</a:t>
            </a:r>
            <a:endParaRPr lang="en-US" sz="2000" dirty="0"/>
          </a:p>
          <a:p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2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Ejecuté mi primera celda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Jupyter Notebooks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2026-09-11T11:40:52Z</dcterms:created>
  <dcterms:modified xsi:type="dcterms:W3CDTF">2026-09-11T11:40:52Z</dcterms:modified>
</cp:coreProperties>
</file>