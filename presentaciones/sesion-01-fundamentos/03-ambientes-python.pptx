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desde la terminal: "ya vimos que la terminal no muerde — ahora un problema muy concreto que resuelve".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cotidiano si ayuda: "es como si solo tuvieran un clóset para toda la ropa de todas las estaciones del año — en algún momento el abrigo de invierno y la ropa de playa se estorban."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concepto ancla de toda la diapositiva siguiente — si esto queda claro, el resto es solo “cuál herramienta usamos para armar la maleta”.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que ninguna estuviera “mal” — cada una llegó a resolver algo que la anterior dejaba incómodo. No profundices en cada una — el punto es mostrar que ha habido bastante movimiento, para justificar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profundizar en Maven/npm — es solo un contraste rápido para que entiendan que esto no es un defecto de Python, es consecuencia de su popularidad y su historia.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 que Poetry fue una de las herramientas que más popularizó la idea de “todo en un solo archivo de configuración” — esa idea es la que vemos en la siguiente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hace falta que memoricen “PEP 518/621” — es solo para que sepan que no es un invento de una herramienta, es un estándar del lenguaje.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Ábrelo en vivo en el editor si tienes tiempo — es más convincente verlo en el repo real que en una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repositorio tiene comiteado un uv.lock — el mismo uv que van a usar en clase, así que lo que ven aquí es exactamente lo que van a tener en su propio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4 comandos son, literalmente, los únicos que van a necesitar usar en la mayoría de este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de oro: nunca mezclen las dos herramientas en el mismo proyecto. Cierra con tranquilidad: en clase ya está decidido (uv), esto es solo para que entiendan el paisaje.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directa a la verificación de ambientes en Jupyter, siguiente bloque del cronograma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ANTES DE PROGRAMAR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Ambientes, Poetry y 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necesitamos una “caja” separada de dependencias para cada proyecto.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🥊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REAL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proyectos, dos necesidades distintas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A necesita la versión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librería, y el Proyecto B necesita la versión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esa misma librería.</a:t>
            </a:r>
            <a:endParaRPr lang="en-US" sz="2000" dirty="0"/>
          </a:p>
          <a:p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vive instalado en un único Python “global” de la máquina, no pueden coexistir — instalar uno rompe al otro.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🗃️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ambiente virtual = una caja aislada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ambiente virtual es una copia aislada de Python con sus propias librerías, separada por proyecto.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instalan ahí no afecta a ningún otro proyecto de la máquina. Cada proyecto tiene su propia “maleta” — empaca exactamente lo que necesita, nada más.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🕰️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POCO DE CONTEXTO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herramientas han intentado resolver esto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46860" y="2450592"/>
            <a:ext cx="9067800" cy="0"/>
          </a:xfrm>
          <a:prstGeom prst="line">
            <a:avLst/>
          </a:prstGeom>
          <a:noFill/>
          <a:ln w="19050">
            <a:solidFill>
              <a:srgbClr val="2E3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456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51760"/>
            <a:ext cx="172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80944"/>
            <a:ext cx="172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virtualenv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812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99360" y="2651760"/>
            <a:ext cx="172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99360" y="2980944"/>
            <a:ext cx="172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(stdlib)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9168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12920" y="2651760"/>
            <a:ext cx="172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312920" y="2980944"/>
            <a:ext cx="172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0524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2651760"/>
            <a:ext cx="172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80944"/>
            <a:ext cx="172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Pipenv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1880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40040" y="2651760"/>
            <a:ext cx="172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40040" y="2980944"/>
            <a:ext cx="172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53236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753600" y="2651760"/>
            <a:ext cx="172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753600" y="2980944"/>
            <a:ext cx="1722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JUSTO EN PYTHON?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ecosistema de paquetes enorme y descentralizado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PyPI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cientos de miles de paquetes, de miles de autores distintos.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años no existió una herramienta oficial única para dependencias — a diferencia de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(Maven/Gradle) o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(npm + package.json).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fragmentación histórica es la razón por la que “¿cuál manejador de ambientes uso?” es tan común en Python.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PIEZA CLAVE DE ESTA HISTORIA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Poetry?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gestor moderno que junta en una sola herramienta lo que antes eran varias: dependencias, ambiente virtual y empaquetado.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nombre es un juego de palabras con “poesía” — no tiene que ver con escribir versos, sino con escribir proyectos de Python de forma más elegante y ordenada.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ESTÁNDAR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oficial (PEP 518/621) para describir un proyecto: su nombre, versión, versión de Python y sus dependencias.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la mezcla confusa de antes: requirements.txt + setup.py + setup.cfg, todos en un solo lugar ordenado.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VIÉNDOLO REAL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este mismo curso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2743200"/>
          </a:xfrm>
          <a:prstGeom prst="roundRect">
            <a:avLst>
              <a:gd name="adj" fmla="val 3333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914400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[project]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"intro-ciencia-datos-udm"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= "0.1.0"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requires-python = "&gt;=3.11"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= [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"pandas&gt;=3.0.1", "numpy&gt;=2.4.4",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"scikit-learn&gt;=1.8.0",  # ...y 10 más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303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archivo real de la raíz de este repositorio (abreviado para que quepa en la pantalla).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OTRA MITAD DE LA REPRODUCIBILIDAD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lockfile?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dice qué necesitas. El lockfile (uv.lock) dice exactamente qué versión quedó instalada.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lockfile: “en mi computador funciona” puede no ser cierto en el tuyo. Con lockfile: todos instalan exactamente lo mismo.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✒️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USAR EN CLASE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curso, con </a:t>
            </a:r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cada comando cuando lo hayas practicado.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9692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init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crea el pyproject.toml del proyecto.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pandas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agrega una dependencia nueva.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instala todo desde pyproject.toml + uv.lock.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python -V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ejecuta un comando dentro del ambiente.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RÁPIDA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¿Poetry o uv? ¿Cómo elijo?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— lo que usamos en este curso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¿Quieres la opción más nueva, más rápida y con menos configuración? Es la que usa este mismo repositorio.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257800" cy="2377440"/>
          </a:xfrm>
          <a:prstGeom prst="roundRect">
            <a:avLst>
              <a:gd name="adj" fmla="val 3846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48716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 — una alternativa muy popular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718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¿Quieres una experiencia pulida con buen soporte para publicar paquetes? Poetry sigue siendo una excelente opción.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sí, configuremos el ambiente del curso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necesitan memorizar nada de esto hoy — solo entender qué problema resuelve.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crear y activar el ambiente virtual de este curso, paso a paso, juntos.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Ambientes, Poetry y uv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2026-09-11T11:39:57Z</dcterms:created>
  <dcterms:modified xsi:type="dcterms:W3CDTF">2026-09-11T11:39:57Z</dcterms:modified>
</cp:coreProperties>
</file>